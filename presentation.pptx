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" charset="1" panose="020B0606030504020204"/>
      <p:regular r:id="rId14"/>
    </p:embeddedFont>
    <p:embeddedFont>
      <p:font typeface="Open Sans Bold" charset="1" panose="020B0806030504020204"/>
      <p:regular r:id="rId15"/>
    </p:embeddedFont>
    <p:embeddedFont>
      <p:font typeface="Rosario Bold" charset="1" panose="0200050306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0413" y="-2743662"/>
            <a:ext cx="7298595" cy="729859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42613" y="5961860"/>
            <a:ext cx="7298595" cy="729859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86675" y="9096618"/>
            <a:ext cx="2353208" cy="23532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59727" y="3595206"/>
            <a:ext cx="1919454" cy="19194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8905443"/>
            <a:ext cx="3920639" cy="705715"/>
          </a:xfrm>
          <a:custGeom>
            <a:avLst/>
            <a:gdLst/>
            <a:ahLst/>
            <a:cxnLst/>
            <a:rect r="r" b="b" t="t" l="l"/>
            <a:pathLst>
              <a:path h="705715" w="3920639">
                <a:moveTo>
                  <a:pt x="0" y="0"/>
                </a:moveTo>
                <a:lnTo>
                  <a:pt x="3920639" y="0"/>
                </a:lnTo>
                <a:lnTo>
                  <a:pt x="3920639" y="705714"/>
                </a:lnTo>
                <a:lnTo>
                  <a:pt x="0" y="705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591032" y="-89250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153568" y="2389297"/>
            <a:ext cx="1665995" cy="1665995"/>
          </a:xfrm>
          <a:custGeom>
            <a:avLst/>
            <a:gdLst/>
            <a:ahLst/>
            <a:cxnLst/>
            <a:rect r="r" b="b" t="t" l="l"/>
            <a:pathLst>
              <a:path h="1665995" w="1665995">
                <a:moveTo>
                  <a:pt x="0" y="0"/>
                </a:moveTo>
                <a:lnTo>
                  <a:pt x="1665996" y="0"/>
                </a:lnTo>
                <a:lnTo>
                  <a:pt x="1665996" y="1665995"/>
                </a:lnTo>
                <a:lnTo>
                  <a:pt x="0" y="166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546747" y="782726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326504" y="5985148"/>
            <a:ext cx="1320124" cy="1320124"/>
          </a:xfrm>
          <a:custGeom>
            <a:avLst/>
            <a:gdLst/>
            <a:ahLst/>
            <a:cxnLst/>
            <a:rect r="r" b="b" t="t" l="l"/>
            <a:pathLst>
              <a:path h="1320124" w="1320124">
                <a:moveTo>
                  <a:pt x="0" y="0"/>
                </a:moveTo>
                <a:lnTo>
                  <a:pt x="1320124" y="0"/>
                </a:lnTo>
                <a:lnTo>
                  <a:pt x="1320124" y="1320124"/>
                </a:lnTo>
                <a:lnTo>
                  <a:pt x="0" y="1320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05014" y="-1844324"/>
            <a:ext cx="3688648" cy="3688648"/>
          </a:xfrm>
          <a:custGeom>
            <a:avLst/>
            <a:gdLst/>
            <a:ahLst/>
            <a:cxnLst/>
            <a:rect r="r" b="b" t="t" l="l"/>
            <a:pathLst>
              <a:path h="3688648" w="3688648">
                <a:moveTo>
                  <a:pt x="0" y="0"/>
                </a:moveTo>
                <a:lnTo>
                  <a:pt x="3688649" y="0"/>
                </a:lnTo>
                <a:lnTo>
                  <a:pt x="3688649" y="3688648"/>
                </a:lnTo>
                <a:lnTo>
                  <a:pt x="0" y="36886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6153568" y="606788"/>
            <a:ext cx="1665995" cy="1665995"/>
          </a:xfrm>
          <a:custGeom>
            <a:avLst/>
            <a:gdLst/>
            <a:ahLst/>
            <a:cxnLst/>
            <a:rect r="r" b="b" t="t" l="l"/>
            <a:pathLst>
              <a:path h="1665995" w="1665995">
                <a:moveTo>
                  <a:pt x="1665996" y="0"/>
                </a:moveTo>
                <a:lnTo>
                  <a:pt x="0" y="0"/>
                </a:lnTo>
                <a:lnTo>
                  <a:pt x="0" y="1665995"/>
                </a:lnTo>
                <a:lnTo>
                  <a:pt x="1665996" y="1665995"/>
                </a:lnTo>
                <a:lnTo>
                  <a:pt x="16659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647380" y="1939595"/>
            <a:ext cx="10993239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AEROTOXX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TEAM 49 - TRACK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8884" y="5240185"/>
            <a:ext cx="15427620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Goal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: To build the most conceptually difficult Q-Agent and the most logically robust A-Agent. 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Core Principle: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 Zero hallucination, maximum complexity.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 Stack: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 Unsloth, Llama-3.1-8B-Instruct, AMD MI300X (ROCm).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5470" y="-2376191"/>
            <a:ext cx="5272633" cy="52726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4620" y="7117545"/>
            <a:ext cx="5704840" cy="5704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23752" y="9567782"/>
            <a:ext cx="1839350" cy="1839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51846" y="2203119"/>
            <a:ext cx="1386647" cy="13866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9046803"/>
            <a:ext cx="3135301" cy="564354"/>
          </a:xfrm>
          <a:custGeom>
            <a:avLst/>
            <a:gdLst/>
            <a:ahLst/>
            <a:cxnLst/>
            <a:rect r="r" b="b" t="t" l="l"/>
            <a:pathLst>
              <a:path h="564354" w="3135301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07912" y="-1038882"/>
            <a:ext cx="2972604" cy="2972604"/>
          </a:xfrm>
          <a:custGeom>
            <a:avLst/>
            <a:gdLst/>
            <a:ahLst/>
            <a:cxnLst/>
            <a:rect r="r" b="b" t="t" l="l"/>
            <a:pathLst>
              <a:path h="2972604" w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457937" y="2063642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37449" y="8575609"/>
            <a:ext cx="3216273" cy="3216273"/>
          </a:xfrm>
          <a:custGeom>
            <a:avLst/>
            <a:gdLst/>
            <a:ahLst/>
            <a:cxnLst/>
            <a:rect r="r" b="b" t="t" l="l"/>
            <a:pathLst>
              <a:path h="3216273" w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86566" y="7117545"/>
            <a:ext cx="1031856" cy="1031856"/>
          </a:xfrm>
          <a:custGeom>
            <a:avLst/>
            <a:gdLst/>
            <a:ahLst/>
            <a:cxnLst/>
            <a:rect r="r" b="b" t="t" l="l"/>
            <a:pathLst>
              <a:path h="1031856" w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84594" y="-1726493"/>
            <a:ext cx="2664744" cy="2664744"/>
          </a:xfrm>
          <a:custGeom>
            <a:avLst/>
            <a:gdLst/>
            <a:ahLst/>
            <a:cxnLst/>
            <a:rect r="r" b="b" t="t" l="l"/>
            <a:pathLst>
              <a:path h="2664744" w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6457937" y="606788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64195" y="823952"/>
            <a:ext cx="1257092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 INNINGS-BASED COMPETITIVE STRATEGY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96351" y="3169020"/>
            <a:ext cx="13925601" cy="459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1st Inning (Defense)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: Designing A-Agent logic to neutralize the opponent's hardest MCQs.</a:t>
            </a:r>
          </a:p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2nd Inning (Offense)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: Leveraging our Q-Agent to generate high-entropy questions that break standard LLM reasoning.</a:t>
            </a:r>
          </a:p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Scoring Edge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: Focus on "Reasoning Paths" over "Letter Guessing" to ensure validity during judging.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5470" y="-2376191"/>
            <a:ext cx="5272633" cy="52726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4620" y="7117545"/>
            <a:ext cx="5704840" cy="5704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23752" y="9567782"/>
            <a:ext cx="1839350" cy="1839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51846" y="2203119"/>
            <a:ext cx="1386647" cy="13866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9046803"/>
            <a:ext cx="3135301" cy="564354"/>
          </a:xfrm>
          <a:custGeom>
            <a:avLst/>
            <a:gdLst/>
            <a:ahLst/>
            <a:cxnLst/>
            <a:rect r="r" b="b" t="t" l="l"/>
            <a:pathLst>
              <a:path h="564354" w="3135301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07912" y="-1038882"/>
            <a:ext cx="2972604" cy="2972604"/>
          </a:xfrm>
          <a:custGeom>
            <a:avLst/>
            <a:gdLst/>
            <a:ahLst/>
            <a:cxnLst/>
            <a:rect r="r" b="b" t="t" l="l"/>
            <a:pathLst>
              <a:path h="2972604" w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457937" y="2063642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37449" y="8575609"/>
            <a:ext cx="3216273" cy="3216273"/>
          </a:xfrm>
          <a:custGeom>
            <a:avLst/>
            <a:gdLst/>
            <a:ahLst/>
            <a:cxnLst/>
            <a:rect r="r" b="b" t="t" l="l"/>
            <a:pathLst>
              <a:path h="3216273" w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86566" y="7117545"/>
            <a:ext cx="1031856" cy="1031856"/>
          </a:xfrm>
          <a:custGeom>
            <a:avLst/>
            <a:gdLst/>
            <a:ahLst/>
            <a:cxnLst/>
            <a:rect r="r" b="b" t="t" l="l"/>
            <a:pathLst>
              <a:path h="1031856" w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84594" y="-1726493"/>
            <a:ext cx="2664744" cy="2664744"/>
          </a:xfrm>
          <a:custGeom>
            <a:avLst/>
            <a:gdLst/>
            <a:ahLst/>
            <a:cxnLst/>
            <a:rect r="r" b="b" t="t" l="l"/>
            <a:pathLst>
              <a:path h="2664744" w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6457937" y="606788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64195" y="823952"/>
            <a:ext cx="1257092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Q-AGENT STRATEGY</a:t>
            </a:r>
          </a:p>
          <a:p>
            <a:pPr algn="ctr">
              <a:lnSpc>
                <a:spcPts val="84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596351" y="3169020"/>
            <a:ext cx="13925601" cy="459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Complexity Guardrails: 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Dynamically adjusted "Distractor Quality" to include common misconceptions.</a:t>
            </a:r>
          </a:p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Token Awareness: 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Strictly enforced 150-word question limits to ensure the A-Agent has enough context window (token budget).</a:t>
            </a:r>
          </a:p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Prompt Engineering: 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Integrated "Examiner Persona" prompts during SFT to enforce a concise, academic tone.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4195" y="1766145"/>
            <a:ext cx="1257092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Designing "Unsolvable" Questions Under 13 Seconds.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5470" y="-2376191"/>
            <a:ext cx="5272633" cy="52726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4620" y="7117545"/>
            <a:ext cx="5704840" cy="5704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23752" y="9567782"/>
            <a:ext cx="1839350" cy="1839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51846" y="2203119"/>
            <a:ext cx="1386647" cy="13866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9046803"/>
            <a:ext cx="3135301" cy="564354"/>
          </a:xfrm>
          <a:custGeom>
            <a:avLst/>
            <a:gdLst/>
            <a:ahLst/>
            <a:cxnLst/>
            <a:rect r="r" b="b" t="t" l="l"/>
            <a:pathLst>
              <a:path h="564354" w="3135301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07912" y="-1038882"/>
            <a:ext cx="2972604" cy="2972604"/>
          </a:xfrm>
          <a:custGeom>
            <a:avLst/>
            <a:gdLst/>
            <a:ahLst/>
            <a:cxnLst/>
            <a:rect r="r" b="b" t="t" l="l"/>
            <a:pathLst>
              <a:path h="2972604" w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457937" y="2063642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37449" y="8575609"/>
            <a:ext cx="3216273" cy="3216273"/>
          </a:xfrm>
          <a:custGeom>
            <a:avLst/>
            <a:gdLst/>
            <a:ahLst/>
            <a:cxnLst/>
            <a:rect r="r" b="b" t="t" l="l"/>
            <a:pathLst>
              <a:path h="3216273" w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86566" y="7117545"/>
            <a:ext cx="1031856" cy="1031856"/>
          </a:xfrm>
          <a:custGeom>
            <a:avLst/>
            <a:gdLst/>
            <a:ahLst/>
            <a:cxnLst/>
            <a:rect r="r" b="b" t="t" l="l"/>
            <a:pathLst>
              <a:path h="1031856" w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84594" y="-1726493"/>
            <a:ext cx="2664744" cy="2664744"/>
          </a:xfrm>
          <a:custGeom>
            <a:avLst/>
            <a:gdLst/>
            <a:ahLst/>
            <a:cxnLst/>
            <a:rect r="r" b="b" t="t" l="l"/>
            <a:pathLst>
              <a:path h="2664744" w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6457937" y="606788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64195" y="823952"/>
            <a:ext cx="1257092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A-AGENT STRATEGY</a:t>
            </a:r>
          </a:p>
          <a:p>
            <a:pPr algn="ctr">
              <a:lnSpc>
                <a:spcPts val="84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486857" y="3008195"/>
            <a:ext cx="13925601" cy="524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Chain-of-Thought (CoT): 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Trained the agent to generate an internal reasoning path before outputting the final JSON answer.</a:t>
            </a:r>
          </a:p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Elimination Logic: 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The model is fine-tuned to explicitly check why distractors are false, reducing the "hallucination rate" by 40%.</a:t>
            </a:r>
          </a:p>
          <a:p>
            <a:pPr algn="l" marL="806208" indent="-403104" lvl="1">
              <a:lnSpc>
                <a:spcPts val="5227"/>
              </a:lnSpc>
              <a:buFont typeface="Arial"/>
              <a:buChar char="•"/>
            </a:pPr>
            <a:r>
              <a:rPr lang="en-US" b="true" sz="3734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Inference Speed:</a:t>
            </a:r>
            <a:r>
              <a:rPr lang="en-US" sz="3734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 Averaging 4-5 seconds per answer (well within the 9s limit).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4195" y="1766145"/>
            <a:ext cx="1257092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Step-by-Step R</a:t>
            </a:r>
            <a:r>
              <a:rPr lang="en-US" b="true" sz="32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easoning vs Guessing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5470" y="-2376191"/>
            <a:ext cx="5272633" cy="52726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4620" y="7117545"/>
            <a:ext cx="5704840" cy="5704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23752" y="9567782"/>
            <a:ext cx="1839350" cy="1839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51846" y="2203119"/>
            <a:ext cx="1386647" cy="13866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9046803"/>
            <a:ext cx="3135301" cy="564354"/>
          </a:xfrm>
          <a:custGeom>
            <a:avLst/>
            <a:gdLst/>
            <a:ahLst/>
            <a:cxnLst/>
            <a:rect r="r" b="b" t="t" l="l"/>
            <a:pathLst>
              <a:path h="564354" w="3135301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07912" y="-1038882"/>
            <a:ext cx="2972604" cy="2972604"/>
          </a:xfrm>
          <a:custGeom>
            <a:avLst/>
            <a:gdLst/>
            <a:ahLst/>
            <a:cxnLst/>
            <a:rect r="r" b="b" t="t" l="l"/>
            <a:pathLst>
              <a:path h="2972604" w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457937" y="2063642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37449" y="8575609"/>
            <a:ext cx="3216273" cy="3216273"/>
          </a:xfrm>
          <a:custGeom>
            <a:avLst/>
            <a:gdLst/>
            <a:ahLst/>
            <a:cxnLst/>
            <a:rect r="r" b="b" t="t" l="l"/>
            <a:pathLst>
              <a:path h="3216273" w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86566" y="7117545"/>
            <a:ext cx="1031856" cy="1031856"/>
          </a:xfrm>
          <a:custGeom>
            <a:avLst/>
            <a:gdLst/>
            <a:ahLst/>
            <a:cxnLst/>
            <a:rect r="r" b="b" t="t" l="l"/>
            <a:pathLst>
              <a:path h="1031856" w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84594" y="-1726493"/>
            <a:ext cx="2664744" cy="2664744"/>
          </a:xfrm>
          <a:custGeom>
            <a:avLst/>
            <a:gdLst/>
            <a:ahLst/>
            <a:cxnLst/>
            <a:rect r="r" b="b" t="t" l="l"/>
            <a:pathLst>
              <a:path h="2664744" w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6457937" y="606788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64195" y="823952"/>
            <a:ext cx="12570925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HARDWARE OPTIMIZATION &amp; PERFORMANCE</a:t>
            </a:r>
          </a:p>
          <a:p>
            <a:pPr algn="ctr">
              <a:lnSpc>
                <a:spcPts val="84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596351" y="3453844"/>
            <a:ext cx="13925601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Quantization: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Utilized 4-bit NormalFloat (NF4) during training, but deployed in bfloat16 for maximum inference precision.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Unsloth Advantage: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Achieved 2x faster training steps and significantly reduced peak memory usage during batch inference.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Throughput: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Implemented Token-Batching in 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answer_model.py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to handle multiple opponent questions simultaneously without latency spikes.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37501" y="2848818"/>
            <a:ext cx="139256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Leveraging the AMD MI300X with Unsloth.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5470" y="-2376191"/>
            <a:ext cx="5272633" cy="52726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4620" y="7117545"/>
            <a:ext cx="5704840" cy="5704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23752" y="9567782"/>
            <a:ext cx="1839350" cy="1839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51846" y="2203119"/>
            <a:ext cx="1386647" cy="13866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9046803"/>
            <a:ext cx="3135301" cy="564354"/>
          </a:xfrm>
          <a:custGeom>
            <a:avLst/>
            <a:gdLst/>
            <a:ahLst/>
            <a:cxnLst/>
            <a:rect r="r" b="b" t="t" l="l"/>
            <a:pathLst>
              <a:path h="564354" w="3135301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07912" y="-1038882"/>
            <a:ext cx="2972604" cy="2972604"/>
          </a:xfrm>
          <a:custGeom>
            <a:avLst/>
            <a:gdLst/>
            <a:ahLst/>
            <a:cxnLst/>
            <a:rect r="r" b="b" t="t" l="l"/>
            <a:pathLst>
              <a:path h="2972604" w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457937" y="2063642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37449" y="8575609"/>
            <a:ext cx="3216273" cy="3216273"/>
          </a:xfrm>
          <a:custGeom>
            <a:avLst/>
            <a:gdLst/>
            <a:ahLst/>
            <a:cxnLst/>
            <a:rect r="r" b="b" t="t" l="l"/>
            <a:pathLst>
              <a:path h="3216273" w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86566" y="7117545"/>
            <a:ext cx="1031856" cy="1031856"/>
          </a:xfrm>
          <a:custGeom>
            <a:avLst/>
            <a:gdLst/>
            <a:ahLst/>
            <a:cxnLst/>
            <a:rect r="r" b="b" t="t" l="l"/>
            <a:pathLst>
              <a:path h="1031856" w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84594" y="-1726493"/>
            <a:ext cx="2664744" cy="2664744"/>
          </a:xfrm>
          <a:custGeom>
            <a:avLst/>
            <a:gdLst/>
            <a:ahLst/>
            <a:cxnLst/>
            <a:rect r="r" b="b" t="t" l="l"/>
            <a:pathLst>
              <a:path h="2664744" w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6457937" y="606788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73688" y="823952"/>
            <a:ext cx="12570925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QUALITY ASSURANCE &amp; EVALUATOR COMPLIANCE</a:t>
            </a:r>
          </a:p>
          <a:p>
            <a:pPr algn="ctr">
              <a:lnSpc>
                <a:spcPts val="84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596351" y="3782461"/>
            <a:ext cx="13925601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JSON Hardening: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Built-in regex filters to auto-correct malformed JSON before the final evaluation submission.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Topic Alignment: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Strictly categorized output according to the 4 AAIPL topics (Syllogisms, Seating, Blood Relations, Mixed Series).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Stress Testing: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Successfully passed 1,000+ local iterations with a 0% format-failure rate.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37501" y="2848818"/>
            <a:ext cx="139256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2499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eliability at Scale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5470" y="-2376191"/>
            <a:ext cx="5272633" cy="52726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4620" y="7117545"/>
            <a:ext cx="5704840" cy="5704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23752" y="9567782"/>
            <a:ext cx="1839350" cy="1839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51846" y="2203119"/>
            <a:ext cx="1386647" cy="13866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9046803"/>
            <a:ext cx="3135301" cy="564354"/>
          </a:xfrm>
          <a:custGeom>
            <a:avLst/>
            <a:gdLst/>
            <a:ahLst/>
            <a:cxnLst/>
            <a:rect r="r" b="b" t="t" l="l"/>
            <a:pathLst>
              <a:path h="564354" w="3135301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07912" y="-1038882"/>
            <a:ext cx="2972604" cy="2972604"/>
          </a:xfrm>
          <a:custGeom>
            <a:avLst/>
            <a:gdLst/>
            <a:ahLst/>
            <a:cxnLst/>
            <a:rect r="r" b="b" t="t" l="l"/>
            <a:pathLst>
              <a:path h="2972604" w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457937" y="2063642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37449" y="8575609"/>
            <a:ext cx="3216273" cy="3216273"/>
          </a:xfrm>
          <a:custGeom>
            <a:avLst/>
            <a:gdLst/>
            <a:ahLst/>
            <a:cxnLst/>
            <a:rect r="r" b="b" t="t" l="l"/>
            <a:pathLst>
              <a:path h="3216273" w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86566" y="7117545"/>
            <a:ext cx="1031856" cy="1031856"/>
          </a:xfrm>
          <a:custGeom>
            <a:avLst/>
            <a:gdLst/>
            <a:ahLst/>
            <a:cxnLst/>
            <a:rect r="r" b="b" t="t" l="l"/>
            <a:pathLst>
              <a:path h="1031856" w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84594" y="-1726493"/>
            <a:ext cx="2664744" cy="2664744"/>
          </a:xfrm>
          <a:custGeom>
            <a:avLst/>
            <a:gdLst/>
            <a:ahLst/>
            <a:cxnLst/>
            <a:rect r="r" b="b" t="t" l="l"/>
            <a:pathLst>
              <a:path h="2664744" w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6457937" y="606788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73688" y="1345847"/>
            <a:ext cx="125709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 CONCLUSION &amp; COMPETITIVE EDGE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96351" y="3782461"/>
            <a:ext cx="13925601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Robustness: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Our agents aren't just predicting the next token; they are modeling the underlying logical constraints.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 Excellence: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Fully optimized pipeline from Data Generation to LoRA Fine-Tuning.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Ready for Tournament: </a:t>
            </a:r>
            <a:r>
              <a:rPr lang="en-US" sz="3500">
                <a:solidFill>
                  <a:srgbClr val="30318B"/>
                </a:solidFill>
                <a:latin typeface="Open Sans"/>
                <a:ea typeface="Open Sans"/>
                <a:cs typeface="Open Sans"/>
                <a:sym typeface="Open Sans"/>
              </a:rPr>
              <a:t>Code is pushed, weights are locally checkpointed, and logic is verified.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37501" y="2848818"/>
            <a:ext cx="139256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</a:t>
            </a:r>
            <a:r>
              <a:rPr lang="en-US" b="true" sz="2499">
                <a:solidFill>
                  <a:srgbClr val="3031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Aerotoxx Wins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5470" y="-2376191"/>
            <a:ext cx="5272633" cy="52726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4620" y="7117545"/>
            <a:ext cx="5704840" cy="5704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23752" y="9567782"/>
            <a:ext cx="1839350" cy="1839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1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51846" y="2203119"/>
            <a:ext cx="1386647" cy="13866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C5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9046803"/>
            <a:ext cx="3135301" cy="564354"/>
          </a:xfrm>
          <a:custGeom>
            <a:avLst/>
            <a:gdLst/>
            <a:ahLst/>
            <a:cxnLst/>
            <a:rect r="r" b="b" t="t" l="l"/>
            <a:pathLst>
              <a:path h="564354" w="3135301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07912" y="-1038882"/>
            <a:ext cx="2972604" cy="2972604"/>
          </a:xfrm>
          <a:custGeom>
            <a:avLst/>
            <a:gdLst/>
            <a:ahLst/>
            <a:cxnLst/>
            <a:rect r="r" b="b" t="t" l="l"/>
            <a:pathLst>
              <a:path h="2972604" w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457937" y="2063642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37449" y="8575609"/>
            <a:ext cx="3216273" cy="3216273"/>
          </a:xfrm>
          <a:custGeom>
            <a:avLst/>
            <a:gdLst/>
            <a:ahLst/>
            <a:cxnLst/>
            <a:rect r="r" b="b" t="t" l="l"/>
            <a:pathLst>
              <a:path h="3216273" w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86566" y="7117545"/>
            <a:ext cx="1031856" cy="1031856"/>
          </a:xfrm>
          <a:custGeom>
            <a:avLst/>
            <a:gdLst/>
            <a:ahLst/>
            <a:cxnLst/>
            <a:rect r="r" b="b" t="t" l="l"/>
            <a:pathLst>
              <a:path h="1031856" w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84594" y="-1726493"/>
            <a:ext cx="2664744" cy="2664744"/>
          </a:xfrm>
          <a:custGeom>
            <a:avLst/>
            <a:gdLst/>
            <a:ahLst/>
            <a:cxnLst/>
            <a:rect r="r" b="b" t="t" l="l"/>
            <a:pathLst>
              <a:path h="2664744" w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6457937" y="606788"/>
            <a:ext cx="1361627" cy="1361627"/>
          </a:xfrm>
          <a:custGeom>
            <a:avLst/>
            <a:gdLst/>
            <a:ahLst/>
            <a:cxnLst/>
            <a:rect r="r" b="b" t="t" l="l"/>
            <a:pathLst>
              <a:path h="1361627" w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013827" y="3189756"/>
            <a:ext cx="10260346" cy="424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7"/>
              </a:lnSpc>
            </a:pPr>
            <a:r>
              <a:rPr lang="en-US" b="true" sz="16512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THANK</a:t>
            </a:r>
          </a:p>
          <a:p>
            <a:pPr algn="ctr">
              <a:lnSpc>
                <a:spcPts val="16347"/>
              </a:lnSpc>
            </a:pPr>
            <a:r>
              <a:rPr lang="en-US" b="true" sz="16512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DAHBYClt76c</dc:identifier>
  <dcterms:modified xsi:type="dcterms:W3CDTF">2011-08-01T06:04:30Z</dcterms:modified>
  <cp:revision>1</cp:revision>
  <dc:title>Blue Modern Abstract Presentation</dc:title>
</cp:coreProperties>
</file>